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63" r:id="rId10"/>
    <p:sldId id="264" r:id="rId11"/>
    <p:sldId id="265" r:id="rId12"/>
    <p:sldId id="283" r:id="rId13"/>
    <p:sldId id="28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6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17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CIENCIA DE DATOS + IA AGÉNTICA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junior técnico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de negocio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29077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con IA agéntica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3493008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3493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PENSAR COMO SENIOR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3493008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88920" y="3493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CONSTRUIR CON AGENTES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224528"/>
            <a:ext cx="8503920" cy="475488"/>
          </a:xfrm>
          <a:prstGeom prst="roundRect">
            <a:avLst>
              <a:gd name="adj" fmla="val 13462"/>
            </a:avLst>
          </a:prstGeom>
          <a:solidFill>
            <a:srgbClr val="1122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es el producto. La decisión sí.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ciencia de datos existe para cambiar decisiones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1931670" cy="2743200"/>
          </a:xfrm>
          <a:prstGeom prst="roundRect">
            <a:avLst>
              <a:gd name="adj" fmla="val 4260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197864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673352"/>
            <a:ext cx="17487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039112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ocurrió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8558" y="2386584"/>
            <a:ext cx="274320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480310" y="1143000"/>
            <a:ext cx="1931670" cy="2743200"/>
          </a:xfrm>
          <a:prstGeom prst="roundRect">
            <a:avLst>
              <a:gd name="adj" fmla="val 4260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480310" y="1197864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71750" y="1673352"/>
            <a:ext cx="17487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1750" y="2039112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0268" y="2386584"/>
            <a:ext cx="274320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32020" y="1143000"/>
            <a:ext cx="1931670" cy="2743200"/>
          </a:xfrm>
          <a:prstGeom prst="roundRect">
            <a:avLst>
              <a:gd name="adj" fmla="val 426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732020" y="1197864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23460" y="1673352"/>
            <a:ext cx="17487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3460" y="2039112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hacemos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81978" y="2386584"/>
            <a:ext cx="274320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983730" y="1143000"/>
            <a:ext cx="1931670" cy="2743200"/>
          </a:xfrm>
          <a:prstGeom prst="roundRect">
            <a:avLst>
              <a:gd name="adj" fmla="val 4260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23" name="Text 21"/>
          <p:cNvSpPr/>
          <p:nvPr/>
        </p:nvSpPr>
        <p:spPr>
          <a:xfrm>
            <a:off x="6983730" y="1197864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75170" y="1673352"/>
            <a:ext cx="17487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75170" y="2039112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4069080"/>
            <a:ext cx="8686800" cy="621792"/>
          </a:xfrm>
          <a:prstGeom prst="roundRect">
            <a:avLst>
              <a:gd name="adj" fmla="val 1029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65760" y="406908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seniority se nota en las preguntas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E8EFF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 JUNIOR TÉCNICO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modelo entreno?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6829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02920" y="23682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mejoro el error?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05409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2920" y="30540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librería uso?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078992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D6F5E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9204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SENIOR DE NEGOCIO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83480" y="168249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074920" y="16824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cambiará?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236829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74920" y="23682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la toma?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305409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074920" y="30540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equivocarse?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70832" y="2514600"/>
            <a:ext cx="402336" cy="347472"/>
          </a:xfrm>
          <a:prstGeom prst="rightArrow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produce una predicción;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cambia una decisión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" y="2103120"/>
            <a:ext cx="4160520" cy="2697480"/>
          </a:xfrm>
          <a:prstGeom prst="roundRect">
            <a:avLst>
              <a:gd name="adj" fmla="val 3390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15184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9768" y="26151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 un valor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29768" y="30906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 un evento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29768" y="3566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un error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041648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29768" y="40416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Vive en un notebook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4160520" cy="2697480"/>
          </a:xfrm>
          <a:prstGeom prst="roundRect">
            <a:avLst>
              <a:gd name="adj" fmla="val 3390"/>
            </a:avLst>
          </a:prstGeom>
          <a:solidFill>
            <a:srgbClr val="3A182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00600" y="21762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 DATOS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2615184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64608" y="26151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Recomienda una acción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090672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64608" y="30906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Llega a un usuario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566160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64608" y="3566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Tiene owner y frecuencia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4041648"/>
            <a:ext cx="3886200" cy="402336"/>
          </a:xfrm>
          <a:prstGeom prst="roundRect">
            <a:avLst>
              <a:gd name="adj" fmla="val 11364"/>
            </a:avLst>
          </a:prstGeom>
          <a:solidFill>
            <a:srgbClr val="1220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64608" y="40416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mide por su impacto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07408" y="3200400"/>
            <a:ext cx="237744" cy="329184"/>
          </a:xfrm>
          <a:prstGeom prst="rightArrow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mide error; el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160520" cy="3520440"/>
          </a:xfrm>
          <a:prstGeom prst="roundRect">
            <a:avLst>
              <a:gd name="adj" fmla="val 2597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TÉCNICA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modelo ajusta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generaliza?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" y="2176272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29768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395728" y="2176272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395728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29768" y="320040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29768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395728" y="320040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395728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160520" cy="3520440"/>
          </a:xfrm>
          <a:prstGeom prst="roundRect">
            <a:avLst>
              <a:gd name="adj" fmla="val 259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00600" y="11704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 NEGOCIO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153619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decisión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valor?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64608" y="2176272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64608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30568" y="2176272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830568" y="21762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64608" y="320040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830568" y="3200400"/>
            <a:ext cx="1828800" cy="822960"/>
          </a:xfrm>
          <a:prstGeom prst="roundRect">
            <a:avLst>
              <a:gd name="adj" fmla="val 7778"/>
            </a:avLst>
          </a:prstGeom>
          <a:solidFill>
            <a:srgbClr val="14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830568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error puede tener costos muy distintos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SOBREESTIMAR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inmovilizado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oportunidad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11430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SUBESTIMAR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 de liquidez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operativo y de servicio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0520" y="2194560"/>
            <a:ext cx="822960" cy="82296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60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28600" y="4498848"/>
            <a:ext cx="868680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0040" y="449884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de datos responde seis preguntas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709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acción habilita?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0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1709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la usa?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115568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72200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709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recibe?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2860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004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9136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llega?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0040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9184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9136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responde?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301752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7220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39136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impacto mide?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respuesta falta, todavía tenemos un experimento; no un producto.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9B3BB37-47FD-64D6-F3FD-B2E45D525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32" y="305335"/>
            <a:ext cx="8118335" cy="441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76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GenAI y agentes hacen trabajos diferentes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2743200" cy="3639312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1704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755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17627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B30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" y="2724912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patrones de datos históricos.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pronóstico D+1.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743200" cy="3639312"/>
          </a:xfrm>
          <a:prstGeom prst="roundRect">
            <a:avLst>
              <a:gd name="adj" fmla="val 333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00400" y="11704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1755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217627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B30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0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0128" y="2724912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código, texto y explicaciones.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documentar un análisis.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078992"/>
            <a:ext cx="2743200" cy="3639312"/>
          </a:xfrm>
          <a:prstGeom prst="roundRect">
            <a:avLst>
              <a:gd name="adj" fmla="val 3333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72200" y="11704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63640" y="1755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9400" y="217627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B30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629400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81928" y="2724912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modelo, contexto y herramientas para completar una tarea.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ejecutar una fase.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organiza el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la hoja de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8" y="1078992"/>
            <a:ext cx="5505012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06440" y="123444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897880" y="126187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97880" y="166420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· usuario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restricciones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278892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897880" y="281635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97880" y="321868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· owner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· mantenimiento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8600" y="4681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empieza y termina en el negocio.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595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un equipo de agentes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 ejecuta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bajo tu supervisión?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" y="3493008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349300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Tú piensas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493008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91840" y="349300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Ellos construyen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3493008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263640" y="349300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Tú apruebas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580EA5D-5943-10CA-54FB-53F25690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08838"/>
            <a:ext cx="8178799" cy="3925823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19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C95ABA2-AE51-9F32-A00B-42188C4CD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57721"/>
            <a:ext cx="8178799" cy="4028056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1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no es solo un chat con nombre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286000" cy="22860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8" name="Text 6"/>
          <p:cNvSpPr/>
          <p:nvPr/>
        </p:nvSpPr>
        <p:spPr>
          <a:xfrm>
            <a:off x="3429000" y="1920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" y="148132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1545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18836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" y="303580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56032" y="30998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34381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41416" y="585216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824296" y="5577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CONTEXTO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24296" y="8961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148132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852160" y="1545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MODELO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8836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razona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genera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303580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852160" y="30998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ARTEFACTO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34381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279392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291840" y="43434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PERMISOS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46817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" y="4645152"/>
            <a:ext cx="8814816" cy="347472"/>
          </a:xfrm>
          <a:prstGeom prst="roundRect">
            <a:avLst>
              <a:gd name="adj" fmla="val 13158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256032" y="4645152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agente necesita supervisión humana.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1356360" cy="2377440"/>
          </a:xfrm>
          <a:prstGeom prst="roundRect">
            <a:avLst>
              <a:gd name="adj" fmla="val 5393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78180" y="12252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7818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1737360"/>
            <a:ext cx="1228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139696"/>
            <a:ext cx="12283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brief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76400" y="1115568"/>
            <a:ext cx="1356360" cy="2377440"/>
          </a:xfrm>
          <a:prstGeom prst="roundRect">
            <a:avLst>
              <a:gd name="adj" fmla="val 5393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125980" y="12252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12598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40408" y="1737360"/>
            <a:ext cx="1228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40408" y="2139696"/>
            <a:ext cx="12283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24200" y="1115568"/>
            <a:ext cx="1356360" cy="2377440"/>
          </a:xfrm>
          <a:prstGeom prst="roundRect">
            <a:avLst>
              <a:gd name="adj" fmla="val 5393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573780" y="12252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57378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88208" y="1737360"/>
            <a:ext cx="1228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88208" y="2139696"/>
            <a:ext cx="12283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115568"/>
            <a:ext cx="1356360" cy="2377440"/>
          </a:xfrm>
          <a:prstGeom prst="roundRect">
            <a:avLst>
              <a:gd name="adj" fmla="val 539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5021580" y="12252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2158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36008" y="1737360"/>
            <a:ext cx="1228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36008" y="2139696"/>
            <a:ext cx="12283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19800" y="1115568"/>
            <a:ext cx="1356360" cy="2377440"/>
          </a:xfrm>
          <a:prstGeom prst="roundRect">
            <a:avLst>
              <a:gd name="adj" fmla="val 539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6469380" y="12252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46938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83808" y="1737360"/>
            <a:ext cx="1228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3808" y="2139696"/>
            <a:ext cx="12283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67600" y="1115568"/>
            <a:ext cx="1356360" cy="2377440"/>
          </a:xfrm>
          <a:prstGeom prst="roundRect">
            <a:avLst>
              <a:gd name="adj" fmla="val 5393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7917180" y="12252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791718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31608" y="1737360"/>
            <a:ext cx="1228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31608" y="2139696"/>
            <a:ext cx="12283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sirve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602736"/>
            <a:ext cx="8686800" cy="365760"/>
          </a:xfrm>
          <a:prstGeom prst="roundRect">
            <a:avLst>
              <a:gd name="adj" fmla="val 12500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20040" y="360273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separa contexto, contrato, capacidad y ejecución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1481328" cy="3154680"/>
          </a:xfrm>
          <a:prstGeom prst="roundRect">
            <a:avLst>
              <a:gd name="adj" fmla="val 5556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1704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129844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proyecto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siempre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28216" y="2564892"/>
            <a:ext cx="274320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029968" y="1115568"/>
            <a:ext cx="1481328" cy="3154680"/>
          </a:xfrm>
          <a:prstGeom prst="roundRect">
            <a:avLst>
              <a:gd name="adj" fmla="val 5556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029968" y="11704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21408" y="16459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21408" y="2011680"/>
            <a:ext cx="129844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producto vamos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construir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9584" y="2564892"/>
            <a:ext cx="274320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831336" y="1115568"/>
            <a:ext cx="1481328" cy="3154680"/>
          </a:xfrm>
          <a:prstGeom prst="roundRect">
            <a:avLst>
              <a:gd name="adj" fmla="val 555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831336" y="11704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22776" y="16459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22776" y="2011680"/>
            <a:ext cx="129844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ejecuta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responsabilidad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30952" y="2564892"/>
            <a:ext cx="274320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632704" y="1115568"/>
            <a:ext cx="1481328" cy="3154680"/>
          </a:xfrm>
          <a:prstGeom prst="roundRect">
            <a:avLst>
              <a:gd name="adj" fmla="val 5556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632704" y="11704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24144" y="16459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24144" y="2011680"/>
            <a:ext cx="129844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realizar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procedimiento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2564892"/>
            <a:ext cx="274320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7434072" y="1115568"/>
            <a:ext cx="1481328" cy="3154680"/>
          </a:xfrm>
          <a:prstGeom prst="roundRect">
            <a:avLst>
              <a:gd name="adj" fmla="val 5556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434072" y="11704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525512" y="164592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25512" y="2011680"/>
            <a:ext cx="129844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el trabajo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" y="44348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spec convierte una idea en tres acuerdos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1704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📋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24942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68680" y="2249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670048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Comportamiento, usuario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criterios de aceptación.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00400" y="11704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🏗️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291840" y="1828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24942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840480" y="2249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2670048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datos,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controles.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078992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72200" y="11704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✅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TASKS.MD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224942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12280" y="2249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81928" y="2670048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ejecutable,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y entregables.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572000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822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CONOCEMOS EL MAPA Y LAS HERRAMIENTAS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1261872"/>
            <a:ext cx="8595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intentemos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como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senior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228600" y="3977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preguntarnos cómo modelar, vamos a decidir qué vale la pena construir.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inicial parece clara…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8686800" cy="1691640"/>
          </a:xfrm>
          <a:prstGeom prst="roundRect">
            <a:avLst>
              <a:gd name="adj" fmla="val 648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"Necesitamos predecir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retirarán mañana."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71600" y="3127248"/>
            <a:ext cx="6400800" cy="1234440"/>
          </a:xfrm>
          <a:prstGeom prst="roundRect">
            <a:avLst>
              <a:gd name="adj" fmla="val 7407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6217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¿Pero qué decisión cambia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esa predicción?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"Predecir" todavía no define el problema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115568"/>
            <a:ext cx="79552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51560" y="11521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se tomará?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49961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dinero reservar para el día siguiente.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075688"/>
            <a:ext cx="566928" cy="566928"/>
          </a:xfrm>
          <a:prstGeom prst="ellipse">
            <a:avLst/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2860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002536"/>
            <a:ext cx="79552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51560" y="2039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la toma?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38658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funcional de liquidez.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962656"/>
            <a:ext cx="566928" cy="566928"/>
          </a:xfrm>
          <a:prstGeom prst="ellipse">
            <a:avLst/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28600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2889504"/>
            <a:ext cx="79552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5156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debe decidir?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27355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cierre del día anterior.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84962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2860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3776472"/>
            <a:ext cx="79552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051560" y="3813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ocurre si falla?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1605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 dinero o falta liquidez.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4645152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real es recomendar una reserva, no producir un pronóstico.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buena recomendación equilibra tres fuerzas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2743200" cy="345643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05840" y="1207008"/>
            <a:ext cx="1188720" cy="1188720"/>
          </a:xfrm>
          <a:prstGeom prst="ellipse">
            <a:avLst/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05840" y="1225296"/>
            <a:ext cx="11887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OCIOSO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8712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reserva de 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45643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oportunidad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078992"/>
            <a:ext cx="2743200" cy="345643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977640" y="1207008"/>
            <a:ext cx="1188720" cy="118872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977640" y="1225296"/>
            <a:ext cx="11887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91840" y="24871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8712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reserva de 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45643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0" y="3456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078992"/>
            <a:ext cx="2743200" cy="345643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333333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949440" y="1207008"/>
            <a:ext cx="1188720" cy="11887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949440" y="1225296"/>
            <a:ext cx="11887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263640" y="24871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8712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345643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355080" y="3456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mínimo requerido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645152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principal: costo total de liquidez, sujeto al nivel de servicio.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podemos describir el producto sin mencionar un algoritmo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2743200" cy="1664208"/>
          </a:xfrm>
          <a:prstGeom prst="roundRect">
            <a:avLst>
              <a:gd name="adj" fmla="val 49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22529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59105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para D+1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743200" cy="1664208"/>
          </a:xfrm>
          <a:prstGeom prst="roundRect">
            <a:avLst>
              <a:gd name="adj" fmla="val 49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10128" y="122529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59105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liquidez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1115568"/>
            <a:ext cx="2743200" cy="1664208"/>
          </a:xfrm>
          <a:prstGeom prst="roundRect">
            <a:avLst>
              <a:gd name="adj" fmla="val 49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81928" y="122529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1928" y="159105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liquidez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28600" y="2990088"/>
            <a:ext cx="2743200" cy="1664208"/>
          </a:xfrm>
          <a:prstGeom prst="roundRect">
            <a:avLst>
              <a:gd name="adj" fmla="val 49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38328" y="309981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" y="346557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CSV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200400" y="2990088"/>
            <a:ext cx="2743200" cy="1664208"/>
          </a:xfrm>
          <a:prstGeom prst="roundRect">
            <a:avLst>
              <a:gd name="adj" fmla="val 49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10128" y="309981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46557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2200" y="2990088"/>
            <a:ext cx="2743200" cy="1664208"/>
          </a:xfrm>
          <a:prstGeom prst="roundRect">
            <a:avLst>
              <a:gd name="adj" fmla="val 49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281928" y="309981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346557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+ servicio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28600" y="491947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56032" y="18288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56032" y="182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14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conversación senior queda escrita en el repositorio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product-brief.md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Usuario funcional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7307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y restricciones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115568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681728" y="120700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requirements.md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81728" y="166420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los datos sean válidos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SHALL entregar: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35915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monto recomendado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8620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intervalo y riesgo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esperado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4754880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41148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AQUÍ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una línea de código.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ya decidimos qué construir.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" y="303580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28600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20824" y="303580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020824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13048" y="303580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13048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05272" y="303580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605272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97496" y="303580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397496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3794760"/>
            <a:ext cx="4572000" cy="1024128"/>
          </a:xfrm>
          <a:prstGeom prst="roundRect">
            <a:avLst>
              <a:gd name="adj" fmla="val 10714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286000" y="3794760"/>
            <a:ext cx="4572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ABRAMOS KIRO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60 MINUTOS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reejecutar un producto de datos de punta a punta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1353312" cy="3246120"/>
          </a:xfrm>
          <a:prstGeom prst="roundRect">
            <a:avLst>
              <a:gd name="adj" fmla="val 6081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28600" y="138988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83464" y="192024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" y="24231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+ spec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00200" y="2724912"/>
            <a:ext cx="91440" cy="164592"/>
          </a:xfrm>
          <a:prstGeom prst="rightArrow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709928" y="1298448"/>
            <a:ext cx="1353312" cy="3246120"/>
          </a:xfrm>
          <a:prstGeom prst="roundRect">
            <a:avLst>
              <a:gd name="adj" fmla="val 6081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709928" y="138988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64792" y="192024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64792" y="24231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MD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81528" y="2724912"/>
            <a:ext cx="91440" cy="164592"/>
          </a:xfrm>
          <a:prstGeom prst="rightArrow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191256" y="1298448"/>
            <a:ext cx="1353312" cy="3246120"/>
          </a:xfrm>
          <a:prstGeom prst="roundRect">
            <a:avLst>
              <a:gd name="adj" fmla="val 6081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191256" y="138988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46120" y="192024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4231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dataset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62856" y="2724912"/>
            <a:ext cx="91440" cy="164592"/>
          </a:xfrm>
          <a:prstGeom prst="rightArrow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672584" y="1298448"/>
            <a:ext cx="1353312" cy="3246120"/>
          </a:xfrm>
          <a:prstGeom prst="roundRect">
            <a:avLst>
              <a:gd name="adj" fmla="val 608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672584" y="138988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27448" y="192024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27448" y="24231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44184" y="2724912"/>
            <a:ext cx="91440" cy="164592"/>
          </a:xfrm>
          <a:prstGeom prst="rightArrow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153912" y="1298448"/>
            <a:ext cx="1353312" cy="3246120"/>
          </a:xfrm>
          <a:prstGeom prst="roundRect">
            <a:avLst>
              <a:gd name="adj" fmla="val 6081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153912" y="138988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08776" y="192024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08776" y="24231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 negocio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25512" y="2724912"/>
            <a:ext cx="91440" cy="164592"/>
          </a:xfrm>
          <a:prstGeom prst="rightArrow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7635240" y="1298448"/>
            <a:ext cx="1353312" cy="3246120"/>
          </a:xfrm>
          <a:prstGeom prst="roundRect">
            <a:avLst>
              <a:gd name="adj" fmla="val 6081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635240" y="138988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690104" y="192024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90104" y="24231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siguen el mismo ejemplo. Tú ejecutas; los agentes documentan.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CHECKPOINT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no avanza sin dejar evidencia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1E3A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brief y emite: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532888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1E3A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REVISAR · NO-GO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0060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87452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1E3A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532888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1E3A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01_data_understanding.ipynb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191256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1E3A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92040" y="31912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reports/data-understanding.md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4572000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agente consume el Markdown, no nuestra memoria.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CHECKPOINT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datos también significa documentar decisiones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165A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8836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" y="2340864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93192" y="234086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del EDA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2962656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93192" y="2962656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calidad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90088" y="2542032"/>
            <a:ext cx="192024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00400" y="1280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18836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10128" y="2340864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364992" y="234086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/ Lags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962656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64992" y="2962656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móviles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3584448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364992" y="358444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leakage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61888" y="2542032"/>
            <a:ext cx="192024" cy="256032"/>
          </a:xfrm>
          <a:prstGeom prst="rightArrow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172200" y="118872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172200" y="1280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63640" y="18836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81928" y="2340864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336792" y="234086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02_data_prep.ipynb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81928" y="2962656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336792" y="2962656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reproducible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81928" y="3584448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336792" y="358444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4572000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sin justificación es deuda técnica.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CHECKPOINT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tournament no termina cuando aparece el menor error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1C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TÉCNICA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" y="182880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" y="246888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candidatos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" y="310896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temporal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" y="374904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MAPE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800600" y="1298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NEGOCIO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28032" y="182880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ocioso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8032" y="246888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faltante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310896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92040" y="31089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servicio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3749040"/>
            <a:ext cx="3785616" cy="530352"/>
          </a:xfrm>
          <a:prstGeom prst="roundRect">
            <a:avLst>
              <a:gd name="adj" fmla="val 10345"/>
            </a:avLst>
          </a:prstGeom>
          <a:solidFill>
            <a:srgbClr val="162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92040" y="37490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recomendada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4572000"/>
            <a:ext cx="8686800" cy="384048"/>
          </a:xfrm>
          <a:prstGeom prst="roundRect">
            <a:avLst>
              <a:gd name="adj" fmla="val 11905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la política con mejor impacto, no la métrica más bonita.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3200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construyó mucho.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1719072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decidió qué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debía construir?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28600" y="3364992"/>
            <a:ext cx="8686800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33649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acelera la ejecución.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conecta el trabajo con el negocio.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4187952"/>
            <a:ext cx="8686800" cy="621792"/>
          </a:xfrm>
          <a:prstGeom prst="roundRect">
            <a:avLst>
              <a:gd name="adj" fmla="val 13235"/>
            </a:avLst>
          </a:prstGeom>
          <a:solidFill>
            <a:srgbClr val="00C4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0040" y="418795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junior técnico a senior de negocio.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Microsoft Macintosh PowerPoint</Application>
  <PresentationFormat>Presentación en pantalla (16:9)</PresentationFormat>
  <Paragraphs>421</Paragraphs>
  <Slides>29</Slides>
  <Notes>26</Notes>
  <HiddenSlides>7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Ronald Gabriel Palencia</cp:lastModifiedBy>
  <cp:revision>2</cp:revision>
  <dcterms:created xsi:type="dcterms:W3CDTF">2026-07-28T19:33:42Z</dcterms:created>
  <dcterms:modified xsi:type="dcterms:W3CDTF">2026-07-29T21:12:10Z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b2ab34-a0f5-49f1-b682-ae3dce837025_Enabled">
    <vt:lpwstr>true</vt:lpwstr>
  </property>
  <property fmtid="{D5CDD505-2E9C-101B-9397-08002B2CF9AE}" pid="3" name="MSIP_Label_70b2ab34-a0f5-49f1-b682-ae3dce837025_SetDate">
    <vt:lpwstr>2026-07-29T21:12:10Z</vt:lpwstr>
  </property>
  <property fmtid="{D5CDD505-2E9C-101B-9397-08002B2CF9AE}" pid="4" name="MSIP_Label_70b2ab34-a0f5-49f1-b682-ae3dce837025_Method">
    <vt:lpwstr>Standard</vt:lpwstr>
  </property>
  <property fmtid="{D5CDD505-2E9C-101B-9397-08002B2CF9AE}" pid="5" name="MSIP_Label_70b2ab34-a0f5-49f1-b682-ae3dce837025_Name">
    <vt:lpwstr>Nequi - Interna</vt:lpwstr>
  </property>
  <property fmtid="{D5CDD505-2E9C-101B-9397-08002B2CF9AE}" pid="6" name="MSIP_Label_70b2ab34-a0f5-49f1-b682-ae3dce837025_SiteId">
    <vt:lpwstr>b5e244bd-c492-495b-8b10-61bfd453e423</vt:lpwstr>
  </property>
  <property fmtid="{D5CDD505-2E9C-101B-9397-08002B2CF9AE}" pid="7" name="MSIP_Label_70b2ab34-a0f5-49f1-b682-ae3dce837025_ActionId">
    <vt:lpwstr>86d2fc59-dde9-4bd9-9734-9249fc40564a</vt:lpwstr>
  </property>
  <property fmtid="{D5CDD505-2E9C-101B-9397-08002B2CF9AE}" pid="8" name="MSIP_Label_70b2ab34-a0f5-49f1-b682-ae3dce837025_ContentBits">
    <vt:lpwstr>0</vt:lpwstr>
  </property>
  <property fmtid="{D5CDD505-2E9C-101B-9397-08002B2CF9AE}" pid="9" name="MSIP_Label_70b2ab34-a0f5-49f1-b682-ae3dce837025_Tag">
    <vt:lpwstr>50, 3, 0, 1</vt:lpwstr>
  </property>
</Properties>
</file>